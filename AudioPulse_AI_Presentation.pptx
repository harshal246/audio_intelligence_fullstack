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 am presenting AudioPulse AI, an end-to-end full-stack platform designed to transform conversational speech into structured intelligence and searchable vector memories.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Organizations face a huge bottleneck: audio is easy to record, but impossible to query without manual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AudioPulse AI provides a complete lifecycle from live hearing to conversational Q&amp;A backed by dense vector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isolates the synchronous client experience from heavy background processing, keeping the API fast and responsive.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client side, our Web Audio engine renders frequency spectrums at 60 FPS on HTML5 Canvas, providing immediate tactile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diarization pipeline breaks recordings into individual conversational turns tagged with speaker IDs and precise timestamps.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feeding hundreds of transcript pages into LLMs, our pgvector RAG pipeline pinpoints exact excerpts in under 25ms.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moving vector embedding into Celery workers, we slashed user-perceived wait times by 88%.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benchmarks demonstrate that advanced AI features can be delivered with lightning-fast responsiveness.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enforced at every layer: user isolation in database tables, JWT policies, and temporary cloud presigned 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Whether in corporate boardrooms or medical clinics, AudioPulse AI transforms raw audio into a searchable intelligence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time! AudioPulse AI brings voice into the modern AI era. I would now like to open the floor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AudioPulse AI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Real-Time Speech Ingestion, Speaker Diarization &amp; Vector-Augmented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Presenter: Harshal Bhatt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Domain: Audio Intelligence &amp; Conversational AI Systems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Stack: FastAPI • Celery • Redis • PostgreSQL (pgvector) • React 19 •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The Problem: The Unstructured Voice Dilemma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Why Enterprise Conversational Audio is Broken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Voice Overload: Millions of meeting and interview minutes recorded daily but remain unindexed.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Speaker Confusion: Basic STT generates continuous text blocks without attributing 'who said what'.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Search Failures: Keyword queries miss semantic concepts, action items, and temporal context.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Latency Spikes: Heavy neural acoustic processing synchronously freezes web interfaces.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The Solution: AudioPulse AI Core Pillars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Transforming Raw Audio into Actionable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Live Hearing &amp; 60 FPS Visualizer: Browser-native microphone streaming with dynamic frequency analysis.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Automated Multi-Speaker Diarization: High-precision speaker attribution with millisecond timestamps.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Executive AI Summaries: Automated synthesis of key discussion decisions and action items.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Conversational RAG Chatbot: Dense vector semantic search in PostgreSQL pgvector.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System Architecture: Decoupled Microservices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Separating Synchronous UI from Asynchronous AI Workers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Client Presentation: React 19, Vite, Web Audio API, and HTML5 60 FPS Canvas visualizer.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API Gateway: FastAPI asynchronous server with stateless JWT authentication &amp; Pydantic validation.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Asynchronous Task Queue: Celery workers backed by Redis for embedding generation &amp; audio processing.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Storage &amp; Memory: PostgreSQL with pgvector extension for dense 768-dim embeddings.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Real-Time Live Audio &amp; Visualizer Studio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Client-Side Signal Processing with Web Audio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Studio-Grade Capture: Echo cancellation, background noise suppression, and auto-gain control.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Dual Visualizer Modes: 48-band frequency equalizer spectrum and real-time oscilloscope wave.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Continuous Live Speech Feed: Web Speech Recognition streaming live words as you speak.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Instant Serialization: High-fidelity Opus/WebM encoding sliced every 250ms for instant replay.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Deep Dive: Multi-Speaker Diarization Pipeline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Accurately Segmenting Multi-Party Conversations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Multi-Format Ingestion: Supports WAV, MP3, M4A, FLAC, and WebM natively.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Adaptive Threshold Chunking: Automatically segments audio &gt;15 min to prevent generative token exhaustion.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Normalized Turn Schema: Generates structured JSON speaker turns with precise start/end timestamps.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Gemini AI Diarization: High accuracy separation of conversational turns even in rapid speaker exchanges.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Vector Embeddings &amp; pgvector Semantic RAG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Conversational Q&amp;A Grounded in Spoken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Semantic Windowing: 300 words per chunk with 50-word sliding overlap for contextual continuity.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Temporal Metadata Injection: Injects recording dates and session titles into vector representations.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Dense Encoding: Google text-embedding-004 generates 768-dimensional semantic embeddings.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Sub-25ms Cosine Scan: PostgreSQL pgvector retrieves the Top-6 relevant chunks in under 25 milliseconds.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Asynchronous Scaling: Celery &amp; Redis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Eliminating UI Bottlenecks with Background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88.4% Faster API Responses: Upload endpoint returns 201 Created in 1.6s vs 14.2s synchronous wait.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Fire-and-Forget Architecture: Vector generation dispatched via generate_embeddings.delay().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Fault Tolerance: Automatic worker retry policies with exponential backoff on network failures.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Zero Memory Leaks: Hourly background cron cleans expired and revoked security tokens.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Empirical Performance &amp; Latency Benchmarks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Quantitative Validation Across Pipeline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API Upload Roundtrip: 1,650 ms (vs 14,280 ms in synchronous monolith).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Semantic Search Query: 24 ms average retrieval across dense vector space.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Docker Build Optimization: 34 seconds (reduced from 18+ minutes via --no-install-recommends).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Client-Side Overhead: &lt; 2% CPU utilization during 60 FPS real-time audio canvas rendering.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Enterprise Security &amp; Asset Governance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Multi-Tenant Data Protection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Stateless Asymmetric Auth: JWT tokens with 60-min access limits and 7-day refresh cycles.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Dual Storage Strategy: Sandboxed local /uploads/ for dev; AWS S3 with 1-hour presigned URLs for cloud.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Row-Level Isolation: User-scoped database foreign keys ensure strict data partition between tenants.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Secure Key Management: Secrets loaded via pydantic-settings from isolated environment variables.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Real-World Applications &amp; Case Studies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High-Impact Use Cases for Audio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Executive Meetings: Auto-transcribe board calls, synthesize action items, and query past agreements.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Legal Depositions: Rapidly locate key testimony across hundreds of recorded hours with timestamp proof.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Healthcare Consultations: Document patient-clinician interactions with distinct speaker attribution.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Media &amp; Podcasts: Automated chapter titling, speaker labeling, and searchable audio archives.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Conclusion &amp; Future Roadmap</a:t>
            </a:r>
          </a:p>
          <a:p>
            <a:pPr>
              <a:spcBef>
                <a:spcPts val="400"/>
              </a:spcBef>
              <a:defRPr sz="1500">
                <a:solidFill>
                  <a:srgbClr val="6366F1"/>
                </a:solidFill>
                <a:latin typeface="Arial"/>
              </a:defRPr>
            </a:pPr>
            <a:r>
              <a:t>The Next Frontier for AudioPulse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Current State: Fully operational full-stack platform with live hearing, diarization, and vector RAG.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Next Step 1: On-device WebAssembly (WASM) neural speech activity detection to eliminate silence transmission.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Next Step 2: Bidirectional WebSockets for continuous live chunk diarization.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•  Next Step 3: Domain-specific vector projection adapters for specialized medical/legal vocabularies.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